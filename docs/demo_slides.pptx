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97280"/>
            <a:ext cx="32004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DocuAlign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4D399"/>
                </a:solidFill>
                <a:latin typeface="Segoe UI"/>
              </a:defRPr>
            </a:pPr>
            <a:r>
              <a:t>AI-Powered Document Integrity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B0"/>
                </a:solidFill>
                <a:latin typeface="Segoe UI"/>
              </a:defRPr>
            </a:pPr>
            <a:r>
              <a:t>Gemini 2.0 Flash × LangGraph × Google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Segoe UI"/>
              </a:defRPr>
            </a:pPr>
            <a:r>
              <a:t>ドキュメントの「サイレント劣化」をAIが自動検知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📊 ドキュメントの「サイレント劣化」問題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Segoe UI"/>
              </a:defRPr>
            </a:pPr>
            <a:r>
              <a:t>企業のドキュメントは作成後、静かに劣化し続けています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F4444"/>
                </a:solidFill>
                <a:latin typeface="Segoe UI"/>
              </a:defRPr>
            </a:pPr>
            <a: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Segoe UI"/>
              </a:defRPr>
            </a:pPr>
            <a:r>
              <a:t>のドキュメントが</a:t>
            </a:r>
            <a:br/>
            <a:r>
              <a:t>作成6ヶ月後には</a:t>
            </a:r>
            <a:br/>
            <a:r>
              <a:t>情報が古くなっている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0040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BBF24"/>
                </a:solidFill>
                <a:latin typeface="Segoe UI"/>
              </a:defRPr>
            </a:pPr>
            <a:r>
              <a:t>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Segoe UI"/>
              </a:defRPr>
            </a:pPr>
            <a:r>
              <a:t>のユーザーが</a:t>
            </a:r>
            <a:br/>
            <a:r>
              <a:t>古い手順書で</a:t>
            </a:r>
            <a:br/>
            <a:r>
              <a:t>作業ミスを経験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20040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60A5FA"/>
                </a:solidFill>
                <a:latin typeface="Segoe UI"/>
              </a:defRPr>
            </a:pPr>
            <a:r>
              <a:t>¥480万/年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3891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Segoe UI"/>
              </a:defRPr>
            </a:pPr>
            <a:r>
              <a:t>の損失が</a:t>
            </a:r>
            <a:br/>
            <a:r>
              <a:t>ドキュメント劣化による</a:t>
            </a:r>
            <a:br/>
            <a:r>
              <a:t>業務ロスで発生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🤖 アーキテクチャ &amp; コア技術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取得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t>Google Drive</a:t>
            </a:r>
            <a:br/>
            <a:r>
              <a:t>から文書取得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D3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459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t>Agent Builder</a:t>
            </a:r>
            <a:br/>
            <a:r>
              <a:t>で関連文書検索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D3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3. 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t>Gemini 2.0</a:t>
            </a:r>
            <a:br/>
            <a:r>
              <a:t>テキスト矛盾検出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D3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6459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4. 画像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t>Gemini 2.0</a:t>
            </a:r>
            <a:br/>
            <a:r>
              <a:t>スクショ劣化検出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D399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645920"/>
            <a:ext cx="20116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828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5. 提案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Segoe UI"/>
              </a:defRPr>
            </a:pPr>
            <a:r>
              <a:t>修正提案</a:t>
            </a:r>
            <a:br/>
            <a:r>
              <a:t>自動生成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☁️ Google Cloud サービス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Cloud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937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Segoe UI"/>
              </a:defRPr>
            </a:pPr>
            <a:r>
              <a:t>サーバーレス</a:t>
            </a:r>
            <a:br/>
            <a:r>
              <a:t>ホスティング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38912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4526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Firestore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937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Segoe UI"/>
              </a:defRPr>
            </a:pPr>
            <a:r>
              <a:t>スキャン結果</a:t>
            </a:r>
            <a:br/>
            <a:r>
              <a:t>保存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38912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4526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GCS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4937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Segoe UI"/>
              </a:defRPr>
            </a:pPr>
            <a:r>
              <a:t>ドキュメント</a:t>
            </a:r>
            <a:br/>
            <a:r>
              <a:t>ストレージ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38912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4526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Eventarc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937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Segoe UI"/>
              </a:defRPr>
            </a:pPr>
            <a:r>
              <a:t>イベント</a:t>
            </a:r>
            <a:br/>
            <a:r>
              <a:t>トリガー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438912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4526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Pub/Sub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49377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Segoe UI"/>
              </a:defRPr>
            </a:pPr>
            <a:r>
              <a:t>リアルタイム</a:t>
            </a:r>
            <a:br/>
            <a:r>
              <a:t>通知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💡 差別化: テキスト意味矛盾 + 画像劣化のマルチモーダル検出 — LangGraphエージェントが自律実行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📈 ビジネス価値 &amp; 導入効果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00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4D399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D399"/>
                </a:solidFill>
                <a:latin typeface="Segoe UI"/>
              </a:defRPr>
            </a:pPr>
            <a:r>
              <a:t>削減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0"/>
                </a:solidFill>
                <a:latin typeface="Segoe UI"/>
              </a:defRPr>
            </a:pPr>
            <a:r>
              <a:t>ドキュメント矛盾</a:t>
            </a:r>
            <a:br/>
            <a:r>
              <a:t>検出時間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00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BBF24"/>
                </a:solidFill>
                <a:latin typeface="Segoe UI"/>
              </a:defRPr>
            </a:pPr>
            <a: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BBF24"/>
                </a:solidFill>
                <a:latin typeface="Segoe UI"/>
              </a:defRPr>
            </a:pPr>
            <a:r>
              <a:t>減少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0"/>
                </a:solidFill>
                <a:latin typeface="Segoe UI"/>
              </a:defRPr>
            </a:pPr>
            <a:r>
              <a:t>古いドキュメントによる</a:t>
            </a:r>
            <a:br/>
            <a:r>
              <a:t>顧客問い合わせ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00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8BDF8"/>
                </a:solidFill>
                <a:latin typeface="Segoe UI"/>
              </a:defRPr>
            </a:pPr>
            <a:r>
              <a:t>65→95%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Segoe UI"/>
              </a:defRPr>
            </a:pPr>
            <a:r>
              <a:t>向上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0"/>
                </a:solidFill>
                <a:latin typeface="Segoe UI"/>
              </a:defRPr>
            </a:pPr>
            <a:r>
              <a:t>ドキュメント</a:t>
            </a:r>
            <a:br/>
            <a:r>
              <a:t>品質スコア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5156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💰 年間コスト削減効果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Segoe UI"/>
              </a:defRPr>
            </a:pPr>
            <a:r>
              <a:t>50人規模の組織で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5400" b="1">
                <a:solidFill>
                  <a:srgbClr val="34D399"/>
                </a:solidFill>
                <a:latin typeface="Segoe UI"/>
              </a:defRPr>
            </a:pPr>
            <a:r>
              <a:t>約480万円/年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5720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DocuAlign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A0B0"/>
                </a:solidFill>
                <a:latin typeface="Segoe UI"/>
              </a:defRPr>
            </a:pPr>
            <a:r>
              <a:t>ドキュメントの「サイレント劣化」を</a:t>
            </a:r>
            <a:br/>
            <a:r>
              <a:t>AIが自動で検知・修正提案する世界へ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657600"/>
            <a:ext cx="66751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37947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🔗 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29768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D399"/>
                </a:solidFill>
                <a:latin typeface="Segoe UI"/>
              </a:defRPr>
            </a:pPr>
            <a:r>
              <a:t>github.com/Koki0812/docugardener-agent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