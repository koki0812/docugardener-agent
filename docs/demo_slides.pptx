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000"/>
            </a:pPr>
            <a:r>
              <a:t>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Segoe UI"/>
              </a:defRPr>
            </a:pPr>
            <a:r>
              <a:t>DocuAlign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34D399"/>
                </a:solidFill>
                <a:latin typeface="Segoe UI"/>
              </a:defRPr>
            </a:pPr>
            <a:r>
              <a:t>AI-Powered Document Integrity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0A0B0"/>
                </a:solidFill>
                <a:latin typeface="Segoe UI"/>
              </a:defRPr>
            </a:pPr>
            <a:r>
              <a:t>Gemini 2.0 Flash × LangGraph × Google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Segoe UI"/>
              </a:defRPr>
            </a:pPr>
            <a:r>
              <a:t>ドキュメントの「サイレント劣化」をAIが自動検知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📊 ドキュメントの「サイレント劣化」問題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Segoe UI"/>
              </a:defRPr>
            </a:pPr>
            <a:r>
              <a:t>企業のドキュメントは作成後、静かに劣化し続けています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3200400" cy="38404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FFFFFF"/>
                </a:solidFill>
                <a:latin typeface="Segoe UI"/>
              </a:defRPr>
            </a:pPr>
            <a:r>
              <a:t>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EF4444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38912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のドキュメントが</a:t>
            </a:r>
            <a:br/>
            <a:r>
              <a:t>作成6ヶ月後には</a:t>
            </a:r>
            <a:br/>
            <a:r>
              <a:t>情報が古くなっている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200400" cy="38404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FFFFFF"/>
                </a:solidFill>
                <a:latin typeface="Segoe UI"/>
              </a:defRPr>
            </a:pPr>
            <a:r>
              <a:t>⚠️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BBF24"/>
                </a:solidFill>
                <a:latin typeface="Segoe UI"/>
              </a:defRPr>
            </a:pPr>
            <a:r>
              <a:t>73%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38912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のユーザーが</a:t>
            </a:r>
            <a:br/>
            <a:r>
              <a:t>古い手順書で</a:t>
            </a:r>
            <a:br/>
            <a:r>
              <a:t>作業ミスを経験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103120"/>
            <a:ext cx="3200400" cy="38404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3774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FFFFFF"/>
                </a:solidFill>
                <a:latin typeface="Segoe UI"/>
              </a:defRPr>
            </a:pPr>
            <a:r>
              <a:t>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60A5FA"/>
                </a:solidFill>
                <a:latin typeface="Segoe UI"/>
              </a:defRPr>
            </a:pPr>
            <a:r>
              <a:t>¥480万/年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38912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の損失が</a:t>
            </a:r>
            <a:br/>
            <a:r>
              <a:t>ドキュメント劣化による</a:t>
            </a:r>
            <a:br/>
            <a:r>
              <a:t>業務ロスで発生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🤖 アーキテクチャ &amp; コア技術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1. 取得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Google Drive</a:t>
            </a:r>
            <a:br/>
            <a:r>
              <a:t>から文書取得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2. 検索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Agent Builder</a:t>
            </a:r>
            <a:br/>
            <a:r>
              <a:t>で関連文書検索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4D399"/>
                </a:solidFill>
                <a:latin typeface="Segoe UI"/>
              </a:defRPr>
            </a:pPr>
            <a:r>
              <a:t>3. 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Gemini 2.0</a:t>
            </a:r>
            <a:br/>
            <a:r>
              <a:t>テキスト矛盾検出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4D399"/>
                </a:solidFill>
                <a:latin typeface="Segoe UI"/>
              </a:defRPr>
            </a:pPr>
            <a:r>
              <a:t>4. 画像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Gemini 2.0</a:t>
            </a:r>
            <a:br/>
            <a:r>
              <a:t>スクショ劣化検出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8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5. 提案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修正提案</a:t>
            </a:r>
            <a:br/>
            <a:r>
              <a:t>自動生成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Segoe UI"/>
              </a:defRPr>
            </a:pPr>
            <a:r>
              <a:t>☁️ Google Cloud サービス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Cloud Run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サーバーレス</a:t>
            </a:r>
            <a:br/>
            <a:r>
              <a:t>ホスティング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80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Firestore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スキャン結果</a:t>
            </a:r>
            <a:br/>
            <a:r>
              <a:t>保存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6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GCS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ドキュメント</a:t>
            </a:r>
            <a:br/>
            <a:r>
              <a:t>ストレージ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52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Eventarc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イベント</a:t>
            </a:r>
            <a:br/>
            <a:r>
              <a:t>トリガー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01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Pub/Sub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リアルタイム</a:t>
            </a:r>
            <a:br/>
            <a:r>
              <a:t>通知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943600"/>
            <a:ext cx="11247120" cy="64008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989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💡 差別化: テキスト意味矛盾 + 画像劣化のマルチモーダル検出 — LangGraphエージェントが自律実行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📈 ビジネス価値 &amp; 導入効果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00400" cy="2743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34D399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4D399"/>
                </a:solidFill>
                <a:latin typeface="Segoe UI"/>
              </a:defRPr>
            </a:pPr>
            <a:r>
              <a:t>削減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3832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0B0"/>
                </a:solidFill>
                <a:latin typeface="Segoe UI"/>
              </a:defRPr>
            </a:pPr>
            <a:r>
              <a:t>ドキュメント矛盾</a:t>
            </a:r>
            <a:br/>
            <a:r>
              <a:t>検出時間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00400" cy="2743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BBF24"/>
                </a:solidFill>
                <a:latin typeface="Segoe UI"/>
              </a:defRPr>
            </a:pPr>
            <a:r>
              <a:t>73%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BBF24"/>
                </a:solidFill>
                <a:latin typeface="Segoe UI"/>
              </a:defRPr>
            </a:pPr>
            <a:r>
              <a:t>減少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3832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0B0"/>
                </a:solidFill>
                <a:latin typeface="Segoe UI"/>
              </a:defRPr>
            </a:pPr>
            <a:r>
              <a:t>古いドキュメントによる</a:t>
            </a:r>
            <a:br/>
            <a:r>
              <a:t>顧客問い合わせ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200400" cy="2743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9202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38BDF8"/>
                </a:solidFill>
                <a:latin typeface="Segoe UI"/>
              </a:defRPr>
            </a:pPr>
            <a:r>
              <a:t>65→95%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8BDF8"/>
                </a:solidFill>
                <a:latin typeface="Segoe UI"/>
              </a:defRPr>
            </a:pPr>
            <a:r>
              <a:t>向上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3832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0B0"/>
                </a:solidFill>
                <a:latin typeface="Segoe UI"/>
              </a:defRPr>
            </a:pPr>
            <a:r>
              <a:t>ドキュメント</a:t>
            </a:r>
            <a:br/>
            <a:r>
              <a:t>品質スコア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54880"/>
            <a:ext cx="105156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937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💰 年間コスト削減効果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Segoe UI"/>
              </a:defRPr>
            </a:pPr>
            <a:r>
              <a:t>50人規模の組織で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48463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5400" b="1">
                <a:solidFill>
                  <a:srgbClr val="34D399"/>
                </a:solidFill>
                <a:latin typeface="Segoe UI"/>
              </a:defRPr>
            </a:pPr>
            <a:r>
              <a:t>約480万円/年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Segoe UI"/>
              </a:defRPr>
            </a:pPr>
            <a:r>
              <a:t>DocuAlign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B0"/>
                </a:solidFill>
                <a:latin typeface="Segoe UI"/>
              </a:defRPr>
            </a:pPr>
            <a:r>
              <a:t>ドキュメントの「サイレント劣化」を</a:t>
            </a:r>
            <a:br/>
            <a:r>
              <a:t>AIが自動で検知・修正提案する世界へ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3657600"/>
            <a:ext cx="66751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379476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🔗 GitHub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429768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4D399"/>
                </a:solidFill>
                <a:latin typeface="Segoe UI"/>
              </a:defRPr>
            </a:pPr>
            <a:r>
              <a:t>github.com/Koki0812/docugardener-agent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